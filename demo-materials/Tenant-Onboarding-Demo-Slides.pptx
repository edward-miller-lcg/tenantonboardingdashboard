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Onboarding 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Demo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146304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2062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 from link generation to go-live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manual, ad-hoc onboarding to a guided self-service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Today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94960" cy="3566160"/>
          </a:xfrm>
          <a:prstGeom prst="rect">
            <a:avLst/>
          </a:prstGeom>
          <a:solidFill>
            <a:srgbClr val="EAF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743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emails and spreadsheets to collect facility, server, and credential details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301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58444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validation of FHIR connectivity before go-live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7141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42569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mappings (location/encounter types) negotiated ad hoc per tenant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1266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526694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where a tenant is in the process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400800" y="1920240"/>
            <a:ext cx="53949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0"/>
          <p:cNvSpPr/>
          <p:nvPr/>
        </p:nvSpPr>
        <p:spPr>
          <a:xfrm>
            <a:off x="6400800" y="1920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Onboarding Dashboard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400800" y="2560320"/>
            <a:ext cx="5394960" cy="3566160"/>
          </a:xfrm>
          <a:prstGeom prst="rect">
            <a:avLst/>
          </a:prstGeom>
          <a:solidFill>
            <a:srgbClr val="EAF2F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78892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40880" y="2743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guided link walks the tenant through every required step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630168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40880" y="358444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connection test validates FHIR connectivity before proceeding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471416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40880" y="442569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location/encounter type mapping with reusable normalizations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312664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40880" y="526694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 shows exactly where each tenant stands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Onboarding Dashboard – component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2331720" cy="13716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2359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" y="27614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" y="3639312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tokenized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link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926080" y="21945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429000" y="2194560"/>
            <a:ext cx="233172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23591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2152" y="27614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Onboarding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02152" y="3639312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multi-step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UI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60720" y="21945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6263640" y="2194560"/>
            <a:ext cx="233172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23591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36792" y="27614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OnboardingService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36792" y="3639312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API – session,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mapping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595360" y="21945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9098280" y="2194560"/>
            <a:ext cx="233172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972" y="235915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71432" y="27614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Normalization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171432" y="3639312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429500" y="4416552"/>
            <a:ext cx="0" cy="658368"/>
          </a:xfrm>
          <a:prstGeom prst="line">
            <a:avLst/>
          </a:prstGeom>
          <a:noFill/>
          <a:ln w="19050">
            <a:solidFill>
              <a:srgbClr val="5B6B7A"/>
            </a:solidFill>
            <a:prstDash val="dash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783580" y="5074920"/>
            <a:ext cx="3291840" cy="9601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5321808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15100" y="51480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– oauth.nhsnlink.org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forwarding (today); client-credentials planned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Onboarding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link generation to go-live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03120" cy="109728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190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34640" y="1371600"/>
            <a:ext cx="8805672" cy="109728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8" name="Shape 5"/>
          <p:cNvSpPr/>
          <p:nvPr/>
        </p:nvSpPr>
        <p:spPr>
          <a:xfrm>
            <a:off x="2944368" y="1499616"/>
            <a:ext cx="85862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999232" y="1499616"/>
            <a:ext cx="8476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Attestation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2103120" cy="10972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535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834640" y="2606040"/>
            <a:ext cx="8805672" cy="109728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4" name="Shape 10"/>
          <p:cNvSpPr/>
          <p:nvPr/>
        </p:nvSpPr>
        <p:spPr>
          <a:xfrm>
            <a:off x="2944368" y="2734056"/>
            <a:ext cx="13395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999232" y="2734056"/>
            <a:ext cx="12298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Info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83964" y="2734056"/>
            <a:ext cx="109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393692" y="2734056"/>
            <a:ext cx="13395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448556" y="2734056"/>
            <a:ext cx="12298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Info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733288" y="2734056"/>
            <a:ext cx="109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843016" y="2734056"/>
            <a:ext cx="13395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897880" y="2734056"/>
            <a:ext cx="12298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182612" y="2734056"/>
            <a:ext cx="109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292340" y="2734056"/>
            <a:ext cx="13395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347204" y="2734056"/>
            <a:ext cx="12298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Test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631936" y="2734056"/>
            <a:ext cx="109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741664" y="2734056"/>
            <a:ext cx="13395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796528" y="2734056"/>
            <a:ext cx="12298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 Interest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081260" y="2734056"/>
            <a:ext cx="109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10190988" y="2734056"/>
            <a:ext cx="13395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10245852" y="2734056"/>
            <a:ext cx="12298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Encounter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Mapping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48640" y="3840480"/>
            <a:ext cx="2103120" cy="10972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187952"/>
            <a:ext cx="402336" cy="40233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188720" y="3840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2834640" y="3840480"/>
            <a:ext cx="8805672" cy="109728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35" name="Shape 30"/>
          <p:cNvSpPr/>
          <p:nvPr/>
        </p:nvSpPr>
        <p:spPr>
          <a:xfrm>
            <a:off x="2944368" y="396849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2999232" y="3968496"/>
            <a:ext cx="2679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733288" y="3968496"/>
            <a:ext cx="109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843016" y="396849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5897880" y="3968496"/>
            <a:ext cx="2679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POI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8631936" y="3968496"/>
            <a:ext cx="109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8741664" y="396849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8796528" y="3968496"/>
            <a:ext cx="2679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 Map, Copy Property,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Transform)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48640" y="5074920"/>
            <a:ext cx="2103120" cy="109728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422392"/>
            <a:ext cx="402336" cy="402336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188720" y="5074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400" dirty="0"/>
          </a:p>
        </p:txBody>
      </p:sp>
      <p:sp>
        <p:nvSpPr>
          <p:cNvPr id="46" name="Shape 40"/>
          <p:cNvSpPr/>
          <p:nvPr/>
        </p:nvSpPr>
        <p:spPr>
          <a:xfrm>
            <a:off x="2834640" y="5074920"/>
            <a:ext cx="8805672" cy="109728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47" name="Shape 41"/>
          <p:cNvSpPr/>
          <p:nvPr/>
        </p:nvSpPr>
        <p:spPr>
          <a:xfrm>
            <a:off x="2944368" y="5202936"/>
            <a:ext cx="85862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8" name="Text 42"/>
          <p:cNvSpPr/>
          <p:nvPr/>
        </p:nvSpPr>
        <p:spPr>
          <a:xfrm>
            <a:off x="2999232" y="5202936"/>
            <a:ext cx="8476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Compliance Attestation must be completed before any configuration step is accessible.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dashboard stands today, and what's open for discussion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Today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94960" cy="3566160"/>
          </a:xfrm>
          <a:prstGeom prst="rect">
            <a:avLst/>
          </a:prstGeom>
          <a:solidFill>
            <a:srgbClr val="EAF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889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2743200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12-step guided wizard, gated by compliance attestation and progress tracking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655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419856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generates tokenized per-tenant onboarding links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422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4096512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wired to OnboardingService API across all onboarding steps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1888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0432" y="4773168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tooling (code map, copy property, conditional transform)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9554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70432" y="5449824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smoke suite wired into the ADO pipeline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6400800" y="1920240"/>
            <a:ext cx="53949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1"/>
          <p:cNvSpPr/>
          <p:nvPr/>
        </p:nvSpPr>
        <p:spPr>
          <a:xfrm>
            <a:off x="6400800" y="1920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Discussion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400800" y="2560320"/>
            <a:ext cx="5394960" cy="3566160"/>
          </a:xfrm>
          <a:prstGeom prst="rect">
            <a:avLst/>
          </a:prstGeom>
          <a:solidFill>
            <a:srgbClr val="EAF2F6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78892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22592" y="2743200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connection test against a real pilot tenant FHIR endpoint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465576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22592" y="3419856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bearer token forwarding to Keycloak client-credentials flow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142232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22592" y="4096512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code map / encounter / location mappings cover pilot tenant's data</a:t>
            </a:r>
            <a:endParaRPr lang="en-US" sz="11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818888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022592" y="4773168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tenant(s) and timeline for the pilot</a:t>
            </a:r>
            <a:endParaRPr lang="en-US" sz="11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5495544"/>
            <a:ext cx="274320" cy="27432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022592" y="5449824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remaining gaps surfaced during user testing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Next Steps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920240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1920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tenant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012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tenant(s) should we onboard first, and by what target date?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3063240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063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 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step order and information collected match how your team currently gathers it?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4206240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to proceed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4617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run a live pilot session with the nominated tenant's IT contact.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5349240"/>
            <a:ext cx="54864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5349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120" y="5760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open items from the previous slide should be resolved before vs. after the pilot?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Tenant Onboarding Dashboard - Pilot Demo</dc:title>
  <dc:subject>PptxGenJS Presentation</dc:subject>
  <dc:creator>Tenant Onboarding Dashboard</dc:creator>
  <cp:lastModifiedBy>Tenant Onboarding Dashboard</cp:lastModifiedBy>
  <cp:revision>1</cp:revision>
  <dcterms:created xsi:type="dcterms:W3CDTF">2026-06-10T16:57:47Z</dcterms:created>
  <dcterms:modified xsi:type="dcterms:W3CDTF">2026-06-10T16:57:47Z</dcterms:modified>
</cp:coreProperties>
</file>